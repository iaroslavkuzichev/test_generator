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Montserrat" panose="020B0604020202020204" charset="-52"/>
      <p:regular r:id="rId16"/>
      <p:bold r:id="rId17"/>
      <p:italic r:id="rId18"/>
      <p:boldItalic r:id="rId19"/>
    </p:embeddedFont>
    <p:embeddedFont>
      <p:font typeface="Lato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75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3978d67114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3978d67114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397eed92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397eed92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553f568be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553f568be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397eed92d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397eed92d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3af19f64a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3af19f64a7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3af19f64a7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3af19f64a7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3af19f64a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3af19f64a7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3af19f64a7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3af19f64a7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3af19f64a7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3af19f64a7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3af19f64a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3af19f64a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3af19f64a7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3af19f64a7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3af19f64a7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3af19f64a7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 rtl="0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 rtl="0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 rtl="0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 rtl="0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 rtl="0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 rtl="0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 rtl="0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1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2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forpython-6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techtarget.com/searchapparchitecture/definition/object-oriented-programming-OOP" TargetMode="External"/><Relationship Id="rId5" Type="http://schemas.openxmlformats.org/officeDocument/2006/relationships/hyperlink" Target="https://openpyxl.readthedocs.io/en/stable/" TargetMode="External"/><Relationship Id="rId4" Type="http://schemas.openxmlformats.org/officeDocument/2006/relationships/hyperlink" Target="https://doc.qt.io/qt-6/qtdesigner-manual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4110325" y="1170450"/>
            <a:ext cx="4966200" cy="14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Генератор тестовых вариантов на языке Python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900300" cy="6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b="1">
                <a:latin typeface="Montserrat"/>
                <a:ea typeface="Montserrat"/>
                <a:cs typeface="Montserrat"/>
                <a:sym typeface="Montserrat"/>
              </a:rPr>
              <a:t>Подготовил:</a:t>
            </a:r>
            <a:r>
              <a:rPr lang="ru" sz="1400">
                <a:latin typeface="Montserrat"/>
                <a:ea typeface="Montserrat"/>
                <a:cs typeface="Montserrat"/>
                <a:sym typeface="Montserrat"/>
              </a:rPr>
              <a:t> Кузичев Ярослав Олегович, ученик 10А класса школы 1101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b="1">
                <a:latin typeface="Montserrat"/>
                <a:ea typeface="Montserrat"/>
                <a:cs typeface="Montserrat"/>
                <a:sym typeface="Montserrat"/>
              </a:rPr>
              <a:t>Научный руководитель:</a:t>
            </a:r>
            <a:r>
              <a:rPr lang="ru" sz="1400">
                <a:latin typeface="Montserrat"/>
                <a:ea typeface="Montserrat"/>
                <a:cs typeface="Montserrat"/>
                <a:sym typeface="Montserrat"/>
              </a:rPr>
              <a:t> Илюхин Сергей Сергеевич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4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60" b="1"/>
              <a:t>Оглавление</a:t>
            </a:r>
            <a:endParaRPr sz="3559" b="1"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958325"/>
            <a:ext cx="7038900" cy="35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AutoNum type="arabicPeriod"/>
            </a:pPr>
            <a:r>
              <a:rPr lang="ru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 action="ppaction://hlinksldjump"/>
              </a:rPr>
              <a:t>Введение 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AutoNum type="arabicPeriod"/>
            </a:pPr>
            <a:r>
              <a:rPr lang="ru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 action="ppaction://hlinksldjump"/>
              </a:rPr>
              <a:t>Цель и задачи проекта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AutoNum type="arabicPeriod"/>
            </a:pPr>
            <a:r>
              <a:rPr lang="ru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 action="ppaction://hlinksldjump"/>
              </a:rPr>
              <a:t>Выпол</a:t>
            </a:r>
            <a:r>
              <a:rPr lang="ru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 action="ppaction://hlinksldjump"/>
              </a:rPr>
              <a:t>ненные задачи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AutoNum type="arabicPeriod"/>
            </a:pPr>
            <a:r>
              <a:rPr lang="ru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 action="ppaction://hlinksldjump"/>
              </a:rPr>
              <a:t>Дальнейшее развитие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AutoNum type="arabicPeriod"/>
            </a:pPr>
            <a:r>
              <a:rPr lang="ru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 action="ppaction://hlinksldjump"/>
              </a:rPr>
              <a:t>Литература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45100" y="513575"/>
            <a:ext cx="70389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860" b="1"/>
              <a:t>Введение</a:t>
            </a:r>
            <a:endParaRPr sz="2860" b="1"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45100" y="1332675"/>
            <a:ext cx="7038900" cy="35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Montserrat"/>
                <a:ea typeface="Montserrat"/>
                <a:cs typeface="Montserrat"/>
                <a:sym typeface="Montserrat"/>
              </a:rPr>
              <a:t>Я считаю, что тема моего проекта достаточно актуальна на сегодняшний день, поскольку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marL="172800" lvl="0" indent="-151999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ru" sz="1600">
                <a:latin typeface="Montserrat"/>
                <a:ea typeface="Montserrat"/>
                <a:cs typeface="Montserrat"/>
                <a:sym typeface="Montserrat"/>
              </a:rPr>
              <a:t>С помощью приложения можно быстро составить уникальный вариант теста для каждого ученика в классе. 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marL="172800" lvl="0" indent="-151999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ru" sz="1600">
                <a:latin typeface="Montserrat"/>
                <a:ea typeface="Montserrat"/>
                <a:cs typeface="Montserrat"/>
                <a:sym typeface="Montserrat"/>
              </a:rPr>
              <a:t>Ученик может и сам использовать данное приложение для самодиагностики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marL="172800" lvl="0" indent="-151999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ru" sz="1600">
                <a:latin typeface="Montserrat"/>
                <a:ea typeface="Montserrat"/>
                <a:cs typeface="Montserrat"/>
                <a:sym typeface="Montserrat"/>
              </a:rPr>
              <a:t>Приложение универсально, его можно использовать для разных предметов - достаточно внести сборник задач в виде таблицы Excel.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245100" y="536000"/>
            <a:ext cx="7038900" cy="5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860" b="1"/>
              <a:t>Введение</a:t>
            </a:r>
            <a:endParaRPr sz="2860" b="1"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1245100" y="1272700"/>
            <a:ext cx="7038900" cy="35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Montserrat"/>
                <a:ea typeface="Montserrat"/>
                <a:cs typeface="Montserrat"/>
                <a:sym typeface="Montserrat"/>
              </a:rPr>
              <a:t>Мой выбор пал на данную тему потому что 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marL="172800" lvl="0" indent="-151999" algn="just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ru" sz="1600">
                <a:latin typeface="Montserrat"/>
                <a:ea typeface="Montserrat"/>
                <a:cs typeface="Montserrat"/>
                <a:sym typeface="Montserrat"/>
              </a:rPr>
              <a:t>Тема близка мне лично: я всегда хотел стать разработчиком на Python. 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marL="172800" lvl="0" indent="-151999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ru" sz="1600">
                <a:latin typeface="Montserrat"/>
                <a:ea typeface="Montserrat"/>
                <a:cs typeface="Montserrat"/>
                <a:sym typeface="Montserrat"/>
              </a:rPr>
              <a:t>Такое приложение имеет два вышеупомянутых практических применения: составление уникального варианта на каждого ученика и самодиагностика учеников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marL="172800" lvl="0" indent="-151999" algn="just" rtl="0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Montserrat"/>
              <a:buChar char="●"/>
            </a:pPr>
            <a:r>
              <a:rPr lang="ru" sz="1600">
                <a:latin typeface="Montserrat"/>
                <a:ea typeface="Montserrat"/>
                <a:cs typeface="Montserrat"/>
                <a:sym typeface="Montserrat"/>
              </a:rPr>
              <a:t>Проект поможет развить нужные мне в будущем навыки, например способность разрабатывать приложения и умение работать с таблицами Excel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body" idx="1"/>
          </p:nvPr>
        </p:nvSpPr>
        <p:spPr>
          <a:xfrm>
            <a:off x="1197900" y="816150"/>
            <a:ext cx="3655200" cy="24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latin typeface="Montserrat"/>
                <a:ea typeface="Montserrat"/>
                <a:cs typeface="Montserrat"/>
                <a:sym typeface="Montserrat"/>
              </a:rPr>
              <a:t>Задачи: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172800" lvl="0" indent="-151999" algn="l" rtl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</a:pP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Создать таблицу Excel со списком задач, вариантов ответов и правильных ответов на каждую задачу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172800" lvl="0" indent="-145649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Разработать алгоритм генератора тестов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172800" lvl="0" indent="-145649" algn="l" rtl="0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SzPts val="1500"/>
              <a:buFont typeface="Montserrat"/>
              <a:buChar char="●"/>
            </a:pP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Написать алгоритм проверки ответов и вывода таблицы с результатами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17"/>
          <p:cNvSpPr txBox="1">
            <a:spLocks noGrp="1"/>
          </p:cNvSpPr>
          <p:nvPr>
            <p:ph type="title"/>
          </p:nvPr>
        </p:nvSpPr>
        <p:spPr>
          <a:xfrm>
            <a:off x="1197900" y="327750"/>
            <a:ext cx="7177800" cy="60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b="1"/>
              <a:t>Цель и задачи проекта</a:t>
            </a:r>
            <a:endParaRPr sz="2800" b="1"/>
          </a:p>
        </p:txBody>
      </p:sp>
      <p:sp>
        <p:nvSpPr>
          <p:cNvPr id="160" name="Google Shape;160;p17"/>
          <p:cNvSpPr txBox="1"/>
          <p:nvPr/>
        </p:nvSpPr>
        <p:spPr>
          <a:xfrm>
            <a:off x="1197900" y="3220175"/>
            <a:ext cx="7853700" cy="15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Цель:</a:t>
            </a:r>
            <a:endParaRPr sz="16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Создать рабочее приложение на языке Python, способное генерировать тестовый вариант из нескольких случайно-выбранных задач для решения внутри приложения. Задачи берутся из сборника, загружаемого в приложение в виде таблицы Excel.</a:t>
            </a:r>
            <a:endParaRPr sz="1600"/>
          </a:p>
        </p:txBody>
      </p:sp>
      <p:sp>
        <p:nvSpPr>
          <p:cNvPr id="161" name="Google Shape;161;p17"/>
          <p:cNvSpPr txBox="1"/>
          <p:nvPr/>
        </p:nvSpPr>
        <p:spPr>
          <a:xfrm>
            <a:off x="4853100" y="1146350"/>
            <a:ext cx="3810900" cy="1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2800" lvl="0" indent="-151999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●"/>
            </a:pPr>
            <a:r>
              <a:rPr lang="ru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Создать (и впоследствии доработать) графический интерфейс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2800" lvl="0" indent="-139299" algn="l" rtl="0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ru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Выпустить готовое приложение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>
            <a:spLocks noGrp="1"/>
          </p:cNvSpPr>
          <p:nvPr>
            <p:ph type="title"/>
          </p:nvPr>
        </p:nvSpPr>
        <p:spPr>
          <a:xfrm>
            <a:off x="1147400" y="393750"/>
            <a:ext cx="4487700" cy="6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ru" sz="2820" b="1"/>
              <a:t>Выполненные задачи</a:t>
            </a:r>
            <a:endParaRPr/>
          </a:p>
        </p:txBody>
      </p:sp>
      <p:sp>
        <p:nvSpPr>
          <p:cNvPr id="167" name="Google Shape;167;p18"/>
          <p:cNvSpPr txBox="1">
            <a:spLocks noGrp="1"/>
          </p:cNvSpPr>
          <p:nvPr>
            <p:ph type="body" idx="1"/>
          </p:nvPr>
        </p:nvSpPr>
        <p:spPr>
          <a:xfrm>
            <a:off x="1297500" y="1014150"/>
            <a:ext cx="3798900" cy="33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На данный момент выполнены следующие задачи: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172800" lvl="0" indent="-145649" algn="l" rtl="0">
              <a:spcBef>
                <a:spcPts val="120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Создана таблица с данными для тестов (см. изображение)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172800" lvl="0" indent="-145649" algn="l" rtl="0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Разработан алгоритм генерации тестов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172800" lvl="0" indent="-145649" algn="l" rtl="0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Написан алгоритм проверки ответов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172800" lvl="0" indent="-145649" algn="l" rtl="0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Создан графический интерфейс (см. следующие 5 слайдов)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172800" lvl="0" indent="-145649" algn="l" rtl="0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Выпущена готовая программа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5875" y="1042238"/>
            <a:ext cx="3742801" cy="3059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Экран выбора таблицы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4" name="Google Shape;17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725" y="213150"/>
            <a:ext cx="7112131" cy="400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Главное меню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0" name="Google Shape;18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25" y="213150"/>
            <a:ext cx="7112131" cy="400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Окно выбора количества заданий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6" name="Google Shape;18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25" y="213150"/>
            <a:ext cx="7112131" cy="400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Окно теста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2" name="Google Shape;19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25" y="213150"/>
            <a:ext cx="7112131" cy="400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Таблица с результатами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8" name="Google Shape;198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25" y="213150"/>
            <a:ext cx="7112131" cy="400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b="1"/>
              <a:t>Дальнейшее развитие</a:t>
            </a:r>
            <a:endParaRPr sz="2800" b="1"/>
          </a:p>
        </p:txBody>
      </p:sp>
      <p:sp>
        <p:nvSpPr>
          <p:cNvPr id="204" name="Google Shape;204;p24"/>
          <p:cNvSpPr txBox="1">
            <a:spLocks noGrp="1"/>
          </p:cNvSpPr>
          <p:nvPr>
            <p:ph type="body" idx="1"/>
          </p:nvPr>
        </p:nvSpPr>
        <p:spPr>
          <a:xfrm>
            <a:off x="1297500" y="1024050"/>
            <a:ext cx="7038900" cy="3454800"/>
          </a:xfrm>
          <a:prstGeom prst="rect">
            <a:avLst/>
          </a:prstGeom>
        </p:spPr>
        <p:txBody>
          <a:bodyPr spcFirstLastPara="1" wrap="square" lIns="91425" tIns="90000" rIns="91425" bIns="540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Montserrat"/>
                <a:ea typeface="Montserrat"/>
                <a:cs typeface="Montserrat"/>
                <a:sym typeface="Montserrat"/>
              </a:rPr>
              <a:t>В дальнейшем планируется сделать: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172800" lvl="0" indent="-145649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ru" sz="1500" dirty="0">
                <a:latin typeface="Montserrat"/>
                <a:ea typeface="Montserrat"/>
                <a:cs typeface="Montserrat"/>
                <a:sym typeface="Montserrat"/>
              </a:rPr>
              <a:t>Возможность создания нескольких вариантов одновременно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172800" lvl="0" indent="-14564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ru" sz="1500" dirty="0">
                <a:latin typeface="Montserrat"/>
                <a:ea typeface="Montserrat"/>
                <a:cs typeface="Montserrat"/>
                <a:sym typeface="Montserrat"/>
              </a:rPr>
              <a:t>Возможность сохранения тестов в формат PDF для распечатки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172800" lvl="0" indent="-14564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ru" sz="1500" dirty="0">
                <a:latin typeface="Montserrat"/>
                <a:ea typeface="Montserrat"/>
                <a:cs typeface="Montserrat"/>
                <a:sym typeface="Montserrat"/>
              </a:rPr>
              <a:t>Возможность брать задания из нескольких сборников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172800" lvl="0" indent="-14564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ru" sz="1500" dirty="0">
                <a:latin typeface="Montserrat"/>
                <a:ea typeface="Montserrat"/>
                <a:cs typeface="Montserrat"/>
                <a:sym typeface="Montserrat"/>
              </a:rPr>
              <a:t>Возможность параллельного </a:t>
            </a: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решения </a:t>
            </a:r>
            <a:r>
              <a:rPr lang="ru" sz="1500" smtClean="0">
                <a:latin typeface="Montserrat"/>
                <a:ea typeface="Montserrat"/>
                <a:cs typeface="Montserrat"/>
                <a:sym typeface="Montserrat"/>
              </a:rPr>
              <a:t>заданий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172800" lvl="0" indent="-14564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ru" sz="1500" dirty="0">
                <a:latin typeface="Montserrat"/>
                <a:ea typeface="Montserrat"/>
                <a:cs typeface="Montserrat"/>
                <a:sym typeface="Montserrat"/>
              </a:rPr>
              <a:t>Версии приложения для Mac и Linux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5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820" b="1"/>
              <a:t>Литература</a:t>
            </a:r>
            <a:endParaRPr sz="2820" b="1"/>
          </a:p>
        </p:txBody>
      </p:sp>
      <p:sp>
        <p:nvSpPr>
          <p:cNvPr id="210" name="Google Shape;210;p25"/>
          <p:cNvSpPr txBox="1">
            <a:spLocks noGrp="1"/>
          </p:cNvSpPr>
          <p:nvPr>
            <p:ph type="body" idx="1"/>
          </p:nvPr>
        </p:nvSpPr>
        <p:spPr>
          <a:xfrm>
            <a:off x="1297500" y="989850"/>
            <a:ext cx="7038900" cy="34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AutoNum type="arabicPeriod"/>
            </a:pP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Документация по PyQt (графический интерфейс): </a:t>
            </a:r>
            <a:r>
              <a:rPr lang="ru" sz="15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Qt for Python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AutoNum type="arabicPeriod"/>
            </a:pP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Документация по QtDesigner (графический интерфейс): </a:t>
            </a:r>
            <a:r>
              <a:rPr lang="ru" sz="15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Qt Designer Manual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AutoNum type="arabicPeriod"/>
            </a:pP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Документация по openpyxl (работа с таблицами Excel): </a:t>
            </a:r>
            <a:r>
              <a:rPr lang="ru" sz="15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OpenPyXL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AutoNum type="arabicPeriod"/>
            </a:pP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Кратко про ООП (объектно-ориентированное программирование): </a:t>
            </a:r>
            <a:r>
              <a:rPr lang="ru" sz="15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What is Object-Oriented Programming?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</Words>
  <Application>Microsoft Office PowerPoint</Application>
  <PresentationFormat>Экран (16:9)</PresentationFormat>
  <Paragraphs>52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Montserrat</vt:lpstr>
      <vt:lpstr>Lato</vt:lpstr>
      <vt:lpstr>Arial</vt:lpstr>
      <vt:lpstr>Focus</vt:lpstr>
      <vt:lpstr>Генератор тестовых вариантов на языке Python</vt:lpstr>
      <vt:lpstr>Оглавление</vt:lpstr>
      <vt:lpstr>Введение</vt:lpstr>
      <vt:lpstr>Введение</vt:lpstr>
      <vt:lpstr>Цель и задачи проекта</vt:lpstr>
      <vt:lpstr>Выполненные задачи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Дальнейшее развитие</vt:lpstr>
      <vt:lpstr>Литература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Генератор тестовых вариантов на языке Python</dc:title>
  <cp:lastModifiedBy>GIA</cp:lastModifiedBy>
  <cp:revision>1</cp:revision>
  <dcterms:modified xsi:type="dcterms:W3CDTF">2023-04-28T09:52:16Z</dcterms:modified>
</cp:coreProperties>
</file>